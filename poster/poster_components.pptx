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2804000" cy="3027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804000" cy="6055200"/>
          </a:xfrm>
          <a:prstGeom prst="rect">
            <a:avLst/>
          </a:prstGeom>
        </p:spPr>
      </p:pic>
      <p:pic>
        <p:nvPicPr>
          <p:cNvPr id="3" name="Picture 2" descr="st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55200"/>
            <a:ext cx="42804000" cy="3027600"/>
          </a:xfrm>
          <a:prstGeom prst="rect">
            <a:avLst/>
          </a:prstGeom>
        </p:spPr>
      </p:pic>
      <p:pic>
        <p:nvPicPr>
          <p:cNvPr id="4" name="Picture 3" descr="backgrou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082800"/>
            <a:ext cx="10701000" cy="7568999"/>
          </a:xfrm>
          <a:prstGeom prst="rect">
            <a:avLst/>
          </a:prstGeom>
        </p:spPr>
      </p:pic>
      <p:pic>
        <p:nvPicPr>
          <p:cNvPr id="5" name="Picture 4" descr="contribut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6651799"/>
            <a:ext cx="10701000" cy="7569000"/>
          </a:xfrm>
          <a:prstGeom prst="rect">
            <a:avLst/>
          </a:prstGeom>
        </p:spPr>
      </p:pic>
      <p:pic>
        <p:nvPicPr>
          <p:cNvPr id="6" name="Picture 5" descr="ref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4220800"/>
            <a:ext cx="10701000" cy="6055200"/>
          </a:xfrm>
          <a:prstGeom prst="rect">
            <a:avLst/>
          </a:prstGeom>
        </p:spPr>
      </p:pic>
      <p:pic>
        <p:nvPicPr>
          <p:cNvPr id="7" name="Picture 6" descr="metho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01000" y="9082800"/>
            <a:ext cx="10701000" cy="12110400"/>
          </a:xfrm>
          <a:prstGeom prst="rect">
            <a:avLst/>
          </a:prstGeom>
        </p:spPr>
      </p:pic>
      <p:pic>
        <p:nvPicPr>
          <p:cNvPr id="8" name="Picture 7" descr="mechanis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01000" y="21193200"/>
            <a:ext cx="10701000" cy="9082799"/>
          </a:xfrm>
          <a:prstGeom prst="rect">
            <a:avLst/>
          </a:prstGeom>
        </p:spPr>
      </p:pic>
      <p:pic>
        <p:nvPicPr>
          <p:cNvPr id="9" name="Picture 8" descr="results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02000" y="9082800"/>
            <a:ext cx="10701000" cy="12110400"/>
          </a:xfrm>
          <a:prstGeom prst="rect">
            <a:avLst/>
          </a:prstGeom>
        </p:spPr>
      </p:pic>
      <p:pic>
        <p:nvPicPr>
          <p:cNvPr id="10" name="Picture 9" descr="pha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02000" y="21193200"/>
            <a:ext cx="10701000" cy="9082799"/>
          </a:xfrm>
          <a:prstGeom prst="rect">
            <a:avLst/>
          </a:prstGeom>
        </p:spPr>
      </p:pic>
      <p:pic>
        <p:nvPicPr>
          <p:cNvPr id="11" name="Picture 10" descr="waterbird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103000" y="9082800"/>
            <a:ext cx="10701000" cy="12110400"/>
          </a:xfrm>
          <a:prstGeom prst="rect">
            <a:avLst/>
          </a:prstGeom>
        </p:spPr>
      </p:pic>
      <p:pic>
        <p:nvPicPr>
          <p:cNvPr id="12" name="Picture 11" descr="takeaway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103000" y="21193200"/>
            <a:ext cx="10701000" cy="90827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